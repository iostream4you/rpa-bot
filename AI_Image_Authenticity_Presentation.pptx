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Image Authenticity &amp; Deepfake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Capstone Project Presentation</a:t>
            </a:r>
          </a:p>
          <a:p>
            <a:r>
              <a:t>B.Tech AIML</a:t>
            </a:r>
          </a:p>
          <a:p>
            <a:r>
              <a:t>Woxsen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Formation, Roles &amp; Topic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Our team was formed based on complementary technical strengths such as machine learning, web development, research, and UI design.</a:t>
            </a:r>
          </a:p>
          <a:p>
            <a:pPr>
              <a:defRPr sz="1600"/>
            </a:pPr>
            <a:r>
              <a:t>Roles were allocated strategically: ML Engineer (model development &amp; training), Research Lead (literature review &amp; problem framing), Backend Developer (API &amp; service integration), and UI Designer (front-end interface &amp; explainability dashboards).</a:t>
            </a:r>
          </a:p>
          <a:p>
            <a:pPr>
              <a:defRPr sz="1600"/>
            </a:pPr>
            <a:r>
              <a:t>The topic was selected after identifying the massive rise in AI‑generated images and deepfakes, which pose risks to journalism, cybersecurity, and public trust.</a:t>
            </a:r>
          </a:p>
          <a:p>
            <a:pPr>
              <a:defRPr sz="1600"/>
            </a:pPr>
            <a:r>
              <a:t>We chose this project because it aligns with our academic learning in AI/ML and provides strong industry relevance.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AI-generated images from tools like Gemini Nano, Midjourney, and DALL·E are now photorealistic, making manual inspection unreliable.</a:t>
            </a:r>
          </a:p>
          <a:p>
            <a:pPr>
              <a:defRPr sz="1600"/>
            </a:pPr>
            <a:r>
              <a:t>Existing systems either perform reverse image search (Google Lens style) OR pixel-level forensic analysis, but not both.</a:t>
            </a:r>
          </a:p>
          <a:p>
            <a:pPr>
              <a:defRPr sz="1600"/>
            </a:pPr>
            <a:r>
              <a:t>Current detectors fail when images are newly generated and have no online footprint, or when they are edited subtly.</a:t>
            </a:r>
          </a:p>
          <a:p>
            <a:pPr>
              <a:defRPr sz="1600"/>
            </a:pPr>
            <a:r>
              <a:t>Research Gap: There is no unified hybrid system combining global reverse‑search with deep forensic AI analysis for reliable authenticity detection.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Proposal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This project proposes a hybrid detection pipeline capable of evaluating image authenticity using both web‑scale data and AI forensic models.</a:t>
            </a:r>
          </a:p>
          <a:p>
            <a:pPr>
              <a:defRPr sz="1600"/>
            </a:pPr>
            <a:r>
              <a:t>Objectives include: Reverse‑searching the web to locate visually similar images; analyzing pixel‑level artifacts such as GAN fingerprints, PRNU noise inconsistencies, illumination mismatches, and texture anomalies.</a:t>
            </a:r>
          </a:p>
          <a:p>
            <a:pPr>
              <a:defRPr sz="1600"/>
            </a:pPr>
            <a:r>
              <a:t>The system generates a final verdict: REAL, AI‑GENERATED, or MANIPULATED, backed by explainable evidence such as heatmaps and forensic logs.</a:t>
            </a:r>
          </a:p>
          <a:p>
            <a:pPr>
              <a:defRPr sz="1600"/>
            </a:pPr>
            <a:r>
              <a:t>Expected outcomes include a high‑accuracy verification tool that works on images of celebrities, public figures, or newly generated content.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Approval &amp; Faculty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After presenting our proposal, faculty appreciated the technical depth and real‑world significance of the topic.</a:t>
            </a:r>
          </a:p>
          <a:p>
            <a:pPr>
              <a:defRPr sz="1600"/>
            </a:pPr>
            <a:r>
              <a:t>Feedback included: improving interpretability through explainable AI modules, ensuring hybrid methods instead of relying on one detection technique, and designing a clear UI for demonstration.</a:t>
            </a:r>
          </a:p>
          <a:p>
            <a:pPr>
              <a:defRPr sz="1600"/>
            </a:pPr>
            <a:r>
              <a:t>We incorporated this feedback by adding a Neural Kernel Visualizer, detailed logging, and a multi-branch architecture combining search + forensic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(Detailed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Input Module: Accepts any image uploaded by the user, normalizes resolution, and extracts metadata.</a:t>
            </a:r>
          </a:p>
          <a:p>
            <a:pPr>
              <a:defRPr sz="1600"/>
            </a:pPr>
            <a:r>
              <a:t>2. Reverse Search Engine: Generates CLIP embeddings, performs cosine similarity search, and queries global indexes via APIs; uses perceptual hashing to detect known variations of the image.</a:t>
            </a:r>
          </a:p>
          <a:p>
            <a:pPr>
              <a:defRPr sz="1600"/>
            </a:pPr>
            <a:r>
              <a:t>3. Forensic Analysis Engine: Uses CNN models to detect GAN fingerprints, PRNU noise signatures, compression artifacts, illumination inconsistencies, and pixel‑level anomalies.</a:t>
            </a:r>
          </a:p>
          <a:p>
            <a:pPr>
              <a:defRPr sz="1600"/>
            </a:pPr>
            <a:r>
              <a:t>4. Decision Fusion Model: Scores results from both engines and determines final classification.</a:t>
            </a:r>
          </a:p>
          <a:p>
            <a:pPr>
              <a:defRPr sz="1600"/>
            </a:pPr>
            <a:r>
              <a:t>5. Explainability Module: Displays heatmaps, highlighted artifacts, and step-by-step reasoning for transparency and academic evaluation.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&amp; Technical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We conducted an extensive literature survey on deepfake forensics, GAN fingerprint detection, and CLIP‑based embedding search.</a:t>
            </a:r>
          </a:p>
          <a:p>
            <a:pPr>
              <a:defRPr sz="1600"/>
            </a:pPr>
            <a:r>
              <a:t>Reverse Search Workflow: CLIP → Hash Matching → API search → similarity ranking → source verification.</a:t>
            </a:r>
          </a:p>
          <a:p>
            <a:pPr>
              <a:defRPr sz="1600"/>
            </a:pPr>
            <a:r>
              <a:t>Forensic Workflow: CNN classifiers → noise residual extraction → illumination vector analysis → texture abnormality scoring → EXIF metadata validation.</a:t>
            </a:r>
          </a:p>
          <a:p>
            <a:pPr>
              <a:defRPr sz="1600"/>
            </a:pPr>
            <a:r>
              <a:t>All components communicate through a FastAPI backend, with a React interface displaying real‑time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Project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Weeks 1–2: Team formation, topic research, literature survey, and requirement analysis.</a:t>
            </a:r>
          </a:p>
          <a:p>
            <a:pPr>
              <a:defRPr sz="1600"/>
            </a:pPr>
            <a:r>
              <a:t>Weeks 3–4: Proposal writing, faculty feedback incorporation, dataset collection (real + AI-generated images).</a:t>
            </a:r>
          </a:p>
          <a:p>
            <a:pPr>
              <a:defRPr sz="1600"/>
            </a:pPr>
            <a:r>
              <a:t>Weeks 5–6: Architecture design, prototyping of reverse search engine and embedding extraction.</a:t>
            </a:r>
          </a:p>
          <a:p>
            <a:pPr>
              <a:defRPr sz="1600"/>
            </a:pPr>
            <a:r>
              <a:t>Weeks 7–8: Forensic model development, GAN fingerprint training, metadata analysis integration.</a:t>
            </a:r>
          </a:p>
          <a:p>
            <a:pPr>
              <a:defRPr sz="1600"/>
            </a:pPr>
            <a:r>
              <a:t>Weeks 9–10: UI/UX creation, decision fusion model development, logging/visualization tools.</a:t>
            </a:r>
          </a:p>
          <a:p>
            <a:pPr>
              <a:defRPr sz="1600"/>
            </a:pPr>
            <a:r>
              <a:t>Weeks 11–12: System integration, testing, debugging, evaluation, and improvement.</a:t>
            </a:r>
          </a:p>
          <a:p>
            <a:pPr>
              <a:defRPr sz="1600"/>
            </a:pPr>
            <a:r>
              <a:t>Week 13: Final preparation of documentation and demonstration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Results, Expected Outcomes &amp; System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Expected to correctly classify real, AI-generated, and manipulated images based on multi-layered evidence.</a:t>
            </a:r>
          </a:p>
          <a:p>
            <a:pPr>
              <a:defRPr sz="1600"/>
            </a:pPr>
            <a:r>
              <a:t>Provides URL sources when matching images are found online, improving search transparency.</a:t>
            </a:r>
          </a:p>
          <a:p>
            <a:pPr>
              <a:defRPr sz="1600"/>
            </a:pPr>
            <a:r>
              <a:t>Heatmaps highlight manipulated or GAN-characteristic regions for high interpretability.</a:t>
            </a:r>
          </a:p>
          <a:p>
            <a:pPr>
              <a:defRPr sz="1600"/>
            </a:pPr>
            <a:r>
              <a:t>Real-time logs show internal model operations, strengthening academic and forensic value.</a:t>
            </a:r>
          </a:p>
          <a:p>
            <a:pPr>
              <a:defRPr sz="1600"/>
            </a:pPr>
            <a:r>
              <a:t>System demonstrates higher robustness compared to single-method detectors.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Our hybrid approach addresses a major gap in existing image authenticity detection systems.</a:t>
            </a:r>
          </a:p>
          <a:p>
            <a:pPr>
              <a:defRPr sz="1600"/>
            </a:pPr>
            <a:r>
              <a:t>This project showcases an advanced combination of search-based verification, forensic AI, and explainable processing.</a:t>
            </a:r>
          </a:p>
          <a:p>
            <a:pPr>
              <a:defRPr sz="1600"/>
            </a:pPr>
            <a:r>
              <a:t>Future Scope: Expand to video deepfake detection, implement blockchain-based authenticity certificates, deploy a mobile version using on-device models like Gemini Nano, and integrate multi-lingual content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5374</Words>
  <Application>WPS Sheets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Office Theme</vt:lpstr>
      <vt:lpstr>AI Image Authenticity &amp; Deepfake Detection System</vt:lpstr>
      <vt:lpstr>Team Formation, Roles &amp; Topic Selection</vt:lpstr>
      <vt:lpstr>Problem Statement &amp; Research Gap</vt:lpstr>
      <vt:lpstr>Project Proposal &amp; Objectives</vt:lpstr>
      <vt:lpstr>Topic Approval &amp; Faculty Feedback</vt:lpstr>
      <vt:lpstr>System Architecture (Detailed Explanation)</vt:lpstr>
      <vt:lpstr>Methodology &amp; Technical Workflow</vt:lpstr>
      <vt:lpstr>Detailed Project Timeline</vt:lpstr>
      <vt:lpstr>Results, Expected Outcomes &amp; System Capabilities</vt:lpstr>
      <vt:lpstr>Conclusion &amp; Future Enhancements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rishikeshakkalwar</cp:lastModifiedBy>
  <cp:revision>2</cp:revision>
  <dcterms:created xsi:type="dcterms:W3CDTF">2025-12-08T17:47:10Z</dcterms:created>
  <dcterms:modified xsi:type="dcterms:W3CDTF">2025-12-08T17:47:10Z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1BB90637C2C579C51E0F376929063E5F_42</vt:lpwstr>
  </property>
  <property fmtid="{D5CDD505-2E9C-101B-9397-08002B2CF9AE}" pid="3" name="KSOProductBuildVer">
    <vt:lpwstr>1033-12.1.23152.23152</vt:lpwstr>
  </property>
</Properties>
</file>